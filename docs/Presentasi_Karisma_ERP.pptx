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Sistem Utama Karisma ERP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Integrasi End-to-End: Dari Pengadaan hingga Pelaporan Keuangan</a:t>
            </a:r>
          </a:p>
          <a:p>
            <a:r>
              <a:t>Ringkasan Eksekutif Alur Operasional Bisnis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Arsitektur Modul Utama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Sistem ini dirancang untuk mengintegrasikan 4 pilar utama operasional perusahaan secara real-time:</a:t>
            </a:r>
          </a:p>
          <a:p>
            <a:pPr lvl="1"/>
            <a:r>
              <a:t>1. Pengadaan &amp; Persediaan (Procurement &amp; Inventory)</a:t>
            </a:r>
          </a:p>
          <a:p>
            <a:pPr lvl="1"/>
            <a:r>
              <a:t>2. Penjualan &amp; Distribusi (Sales &amp; Distribution)</a:t>
            </a:r>
          </a:p>
          <a:p>
            <a:pPr lvl="1"/>
            <a:r>
              <a:t>3. Keuangan &amp; Kasir (Finance &amp; Cashier)</a:t>
            </a:r>
          </a:p>
          <a:p>
            <a:pPr lvl="1"/>
            <a:r>
              <a:t>4. Akuntansi &amp; Pelaporan (Accounting &amp; Reporting)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Siklus Pembelian &amp; Persediaan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Mengelola ketersediaan stok barang secara efisien dan terkontrol.</a:t>
            </a:r>
          </a:p>
          <a:p>
            <a:pPr lvl="1"/>
            <a:r>
              <a:t>Purchase Order (PO): Pemesanan barang ke supplier secara sistematis.</a:t>
            </a:r>
          </a:p>
          <a:p>
            <a:pPr lvl="1"/>
            <a:r>
              <a:t>Laporan Penerimaan Barang (LPB): Pencatatan barang masuk ke gudang, otomatis menambah stok persediaan.</a:t>
            </a:r>
          </a:p>
          <a:p>
            <a:pPr lvl="1"/>
            <a:r>
              <a:t>Retur Pembelian: Pengembalian barang rusak/tidak sesuai ke supplier dengan penyesuaian stok otomatis.</a:t>
            </a:r>
          </a:p>
          <a:p>
            <a:pPr lvl="1"/>
            <a:r>
              <a:t>Manajemen Persediaan: Kontrol stok keluar-masuk yang terintegrasi dengan penjualan dan pembelian.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Siklus Penjualan &amp; Distribusi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Mengawal pesanan pelanggan hingga menjadi tagihan resmi.</a:t>
            </a:r>
          </a:p>
          <a:p>
            <a:pPr lvl="1"/>
            <a:r>
              <a:t>Sales Order (SO): Pencatatan pesanan dari pelanggan oleh tim Sales.</a:t>
            </a:r>
          </a:p>
          <a:p>
            <a:pPr lvl="1"/>
            <a:r>
              <a:t>Logistik &amp; Pengiriman: Proses loading dan surat jalan (terintegrasi dengan SO).</a:t>
            </a:r>
          </a:p>
          <a:p>
            <a:pPr lvl="1"/>
            <a:r>
              <a:t>Penerbitan Faktur (Admin SC): Validasi SO menjadi Faktur Penjualan resmi setelah barang dikirim/siap.</a:t>
            </a:r>
          </a:p>
          <a:p>
            <a:pPr lvl="1"/>
            <a:r>
              <a:t>Retur Penjualan: Penanganan pengembalian barang dari pelanggan (mempengaruhi stok dan piutang).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Arus Kas &amp; Keuangan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Mengelola likuiditas dan penagihan dengan ketat.</a:t>
            </a:r>
          </a:p>
          <a:p>
            <a:pPr lvl="1"/>
            <a:r>
              <a:t>Pelunasan/Pembayaran Faktur: Modul Kasir/Finance untuk mencatat penerimaan uang dari pelanggan (memotong piutang).</a:t>
            </a:r>
          </a:p>
          <a:p>
            <a:pPr lvl="1"/>
            <a:r>
              <a:t>Pengajuan Overdue (OD): Sistem persetujuan bertingkat untuk pelanggan yang melewati batas waktu pembayaran.</a:t>
            </a:r>
          </a:p>
          <a:p>
            <a:pPr lvl="1"/>
            <a:r>
              <a:t>Manajemen Kasbon &amp; Pengeluaran: Kontrol kas keluar operasional harian.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Akuntansi &amp; Laporan Keuangan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Menyajikan potret kesehatan finansial perusahaan secara real-time.</a:t>
            </a:r>
          </a:p>
          <a:p>
            <a:pPr lvl="1"/>
            <a:r>
              <a:t>Jurnal Transaksi Otomatis: Setiap aktivitas (Faktur, Pembayaran, LPB, Retur) otomatis membentuk jurnal akuntansi.</a:t>
            </a:r>
          </a:p>
          <a:p>
            <a:pPr lvl="1"/>
            <a:r>
              <a:t>Buku Besar: Rekapitulasi pergerakan tiap akun perkiraan.</a:t>
            </a:r>
          </a:p>
          <a:p>
            <a:pPr lvl="1"/>
            <a:r>
              <a:t>Neraca (Balance Sheet): Laporan posisi aset, kewajiban, dan modal secara up-to-date.</a:t>
            </a:r>
          </a:p>
          <a:p>
            <a:pPr lvl="1"/>
            <a:r>
              <a:t>Laba Rugi (Profit &amp; Loss): Laporan pendapatan vs beban operasional untuk melihat performa bisnis.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Kesimpulan &amp; Nilai Tambah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Single Source of Truth: Data tersentralisasi, menghindari redudansi dan selisih angka antar divisi.</a:t>
            </a:r>
          </a:p>
          <a:p>
            <a:pPr/>
            <a:r>
              <a:t>Otomatisasi Jurnal: Meminimalisir human-error dalam pembukuan (Faktur otomatis jadi Piutang &amp; Pendapatan).</a:t>
            </a:r>
          </a:p>
          <a:p>
            <a:pPr/>
            <a:r>
              <a:t>Kontrol Ketat: Fitur persetujuan seperti Pengajuan OD dan Retur menjaga kepatuhan SOP perusahaan.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