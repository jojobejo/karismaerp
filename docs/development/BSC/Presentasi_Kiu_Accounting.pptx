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Kiu Accounting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Format Balanced Scorecard (BSC)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Progress: Purchasing &amp; Logistik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Must Win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Key initiatives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 algn="ctr">
                        <a:defRPr sz="1400" b="1">
                          <a:latin typeface="Arial"/>
                        </a:defRPr>
                      </a:pPr>
                      <a:r>
                        <a:t>PURCHASING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1. Purchase order komersil dan non komersil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2. Lpb penerimaan barang masuk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3. Bufferstock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4. Retur Pembelian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>
                        <a:defRPr sz="1400" b="1">
                          <a:latin typeface="Arial"/>
                        </a:defRPr>
                      </a:pPr>
                      <a:r>
                        <a:t>LOGISTIK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1. Sistem pengaturan pengiriman barang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2. Activity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3. Delivery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Progress: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160961"/>
              </p:ext>
            </p:extLst>
          </p:nvPr>
        </p:nvGraphicFramePr>
        <p:xfrm>
          <a:off x="693174" y="1348494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Must Win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Key initiatives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5">
                  <a:txBody>
                    <a:bodyPr/>
                    <a:lstStyle/>
                    <a:p>
                      <a:pPr algn="ctr">
                        <a:defRPr sz="1400" b="1">
                          <a:latin typeface="Arial"/>
                        </a:defRPr>
                      </a:pPr>
                      <a:r>
                        <a:rPr dirty="0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1. Sales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2. Digital Plafon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3. Penerbitan faktur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4. Retur Penjualan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5. Pengajuan 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B6C3B5-72DD-B6A9-7D5F-326DFD47E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424693"/>
              </p:ext>
            </p:extLst>
          </p:nvPr>
        </p:nvGraphicFramePr>
        <p:xfrm>
          <a:off x="693174" y="3543054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Must Win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Key initiatives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7">
                  <a:txBody>
                    <a:bodyPr/>
                    <a:lstStyle/>
                    <a:p>
                      <a:pPr algn="ctr">
                        <a:defRPr sz="1400" b="1">
                          <a:latin typeface="Arial"/>
                        </a:defRPr>
                      </a:pPr>
                      <a:r>
                        <a:rPr dirty="0"/>
                        <a:t>KEUANGAN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rPr dirty="0"/>
                        <a:t>1. </a:t>
                      </a:r>
                      <a:r>
                        <a:rPr dirty="0" err="1"/>
                        <a:t>Settingan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kode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akun</a:t>
                      </a:r>
                      <a:r>
                        <a:rPr dirty="0"/>
                        <a:t> dan </a:t>
                      </a:r>
                      <a:r>
                        <a:rPr dirty="0" err="1"/>
                        <a:t>Jurnal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2. Jurnal automatis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rPr dirty="0"/>
                        <a:t>3. </a:t>
                      </a:r>
                      <a:r>
                        <a:rPr dirty="0" err="1"/>
                        <a:t>Neraca</a:t>
                      </a:r>
                      <a:r>
                        <a:rPr dirty="0"/>
                        <a:t> &amp; Laba </a:t>
                      </a:r>
                      <a:r>
                        <a:rPr dirty="0" err="1"/>
                        <a:t>rugi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rPr dirty="0"/>
                        <a:t>4. </a:t>
                      </a:r>
                      <a:r>
                        <a:rPr dirty="0" err="1"/>
                        <a:t>Jurnal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umum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rPr dirty="0"/>
                        <a:t>5. </a:t>
                      </a:r>
                      <a:r>
                        <a:rPr dirty="0" err="1"/>
                        <a:t>Buku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besar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rPr dirty="0"/>
                        <a:t>6. Kas </a:t>
                      </a:r>
                      <a:r>
                        <a:rPr dirty="0" err="1"/>
                        <a:t>masuk</a:t>
                      </a:r>
                      <a:r>
                        <a:rPr dirty="0"/>
                        <a:t> dan Kas </a:t>
                      </a:r>
                      <a:r>
                        <a:rPr dirty="0" err="1"/>
                        <a:t>keluar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latin typeface="Arial"/>
                        </a:defRPr>
                      </a:pPr>
                      <a:r>
                        <a:t>7. Laporan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Arial"/>
                        </a:defRPr>
                      </a:pPr>
                      <a:r>
                        <a:rPr dirty="0"/>
                        <a:t>30%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Issues (Kendala)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User Acceptance Testing (UAT) Belum Dilakukan</a:t>
            </a:r>
          </a:p>
          <a:p>
            <a:pPr lvl="1"/>
            <a:r>
              <a:rPr sz="2000"/>
              <a:t>Perlu pengujian alur utuh dari ujung ke ujung mulai dari PO, LPB, SO, Logistik (Pengiriman/Loading), Penerbitan Faktur, hingga Keuangan &amp; Penjurnalan.</a:t>
            </a:r>
          </a:p>
          <a:p>
            <a:r>
              <a:rPr sz="2000"/>
              <a:t>Penyempurnaan UI/UX</a:t>
            </a:r>
          </a:p>
          <a:p>
            <a:pPr lvl="1"/>
            <a:r>
              <a:rPr sz="2000"/>
              <a:t>Masih membutuhkan finalisasi dan perapian desain dashboard serta tata letak modul di setiap departemen.</a:t>
            </a:r>
          </a:p>
          <a:p>
            <a:r>
              <a:rPr sz="2000"/>
              <a:t>Penyelesaian Modul Laporan</a:t>
            </a:r>
          </a:p>
          <a:p>
            <a:pPr lvl="1"/>
            <a:r>
              <a:rPr sz="2000"/>
              <a:t>Modul Laporan Keuangan masih di tahap 30% dan membutuhkan penyelesaian lanjutan.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Next Steps</a:t>
            </a:r>
          </a:p>
          <a:p>
            <a:pPr lvl="1"/>
            <a:r>
              <a:rPr sz="2000"/>
              <a:t>Eksekusi User Acceptance Testing (UAT): Pengujian alur utuh dari awal siklus pembelian hingga penjurnalan akhir.</a:t>
            </a:r>
          </a:p>
          <a:p>
            <a:pPr lvl="1"/>
            <a:r>
              <a:rPr sz="2000"/>
              <a:t>Melakukan Penyempurnaan UI/UX: Finalisasi dan perapian dashboard dan modul departement.</a:t>
            </a:r>
          </a:p>
          <a:p>
            <a:pPr lvl="1"/>
            <a:r>
              <a:rPr sz="2000"/>
              <a:t>Mengejar penyelesaian (development) sisa modul Laporan.</a:t>
            </a:r>
          </a:p>
          <a:p>
            <a:r>
              <a:rPr sz="2000"/>
              <a:t>Timeline &amp; Target</a:t>
            </a:r>
          </a:p>
          <a:p>
            <a:pPr lvl="1"/>
            <a:r>
              <a:rPr sz="2000"/>
              <a:t>Target penyelesaian testing dan trial (UAT) dijadwalkan sampai tanggal 29 Agustus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305</Words>
  <Application>Microsoft Office PowerPoint</Application>
  <PresentationFormat>On-screen Show (4:3)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Kiu Accounting</vt:lpstr>
      <vt:lpstr>Progress: Purchasing &amp; Logistik</vt:lpstr>
      <vt:lpstr>Progress: Sales</vt:lpstr>
      <vt:lpstr>Issues (Kendala)</vt:lpstr>
      <vt:lpstr>Next Steps &amp; Timeline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Anang Prayoga</cp:lastModifiedBy>
  <cp:revision>2</cp:revision>
  <dcterms:created xsi:type="dcterms:W3CDTF">2013-01-27T09:14:16Z</dcterms:created>
  <dcterms:modified xsi:type="dcterms:W3CDTF">2026-08-09T23:19:06Z</dcterms:modified>
  <cp:category/>
</cp:coreProperties>
</file>