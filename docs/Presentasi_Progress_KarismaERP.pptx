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1E3A8A"/>
                </a:solidFill>
                <a:latin typeface="Segoe UI"/>
              </a:rPr>
              <a:t>Laporan Progress Karisma ERP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646464"/>
                </a:solidFill>
                <a:latin typeface="Segoe UI"/>
              </a:rPr>
              <a:t>Update Status: Accomplishments, Issues,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200" i="1">
                <a:solidFill>
                  <a:srgbClr val="969696"/>
                </a:solidFill>
                <a:latin typeface="Segoe UI"/>
              </a:rPr>
              <a:t>Karisma ERP - Internal Progress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1E3A8A"/>
                </a:solidFill>
                <a:latin typeface="Segoe UI"/>
              </a:rPr>
              <a:t>✅ Accomplishments: Pengadaan &amp; Logistik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000">
                <a:solidFill>
                  <a:srgbClr val="3C3C3C"/>
                </a:solidFill>
                <a:latin typeface="Segoe UI"/>
              </a:rPr>
              <a:t>Purchase Order (PO): Modul pemesanan barang ke supplier telah selesai dan siap digunakan.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3C3C3C"/>
                </a:solidFill>
                <a:latin typeface="Segoe UI"/>
              </a:rPr>
              <a:t>Laporan Penerimaan Barang (LPB): Pencatatan penerimaan barang dan otomatisasi penambahan stok gudang sudah berjalan.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3C3C3C"/>
                </a:solidFill>
                <a:latin typeface="Segoe UI"/>
              </a:rPr>
              <a:t>Sales Order (SO): Pencatatan pesanan penjualan dari pelanggan telah terstruktur dengan baik.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3C3C3C"/>
                </a:solidFill>
                <a:latin typeface="Segoe UI"/>
              </a:rPr>
              <a:t>Logistik &amp; Pengiriman: Sistem pengaturan pengiriman barang terintegrasi (termasuk modul Loading Plan, proses Loading Checker saat muat barang, dan cetak Surat Jalan / DO).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3C3C3C"/>
                </a:solidFill>
                <a:latin typeface="Segoe UI"/>
              </a:rPr>
              <a:t>Pembatalan Parsial SO: Alur persetujuan tingkat manajerial (MNGSC) untuk membatalkan item secara parsial sudah aktif.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200" i="1">
                <a:solidFill>
                  <a:srgbClr val="969696"/>
                </a:solidFill>
                <a:latin typeface="Segoe UI"/>
              </a:rPr>
              <a:t>Karisma ERP - Internal Progress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1E3A8A"/>
                </a:solidFill>
                <a:latin typeface="Segoe UI"/>
              </a:rPr>
              <a:t>✅ Accomplishments: Penjualan &amp; Keuangan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3C3C3C"/>
                </a:solidFill>
                <a:latin typeface="Segoe UI"/>
              </a:rPr>
              <a:t>Penerbitan Faktur Penjualan: Proses validasi oleh Admin SC untuk mengubah Sales Order (SO) yang telah dikirim menjadi Faktur resmi untuk penagihan.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3C3C3C"/>
                </a:solidFill>
                <a:latin typeface="Segoe UI"/>
              </a:rPr>
              <a:t>Jurnal Transaksi Otomatis: Penjurnalan otomatis untuk SO, LPB, Faktur Penjualan, dan Retur telah tersinkronisasi sempurna ke Buku Besar dan Neraca.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3C3C3C"/>
                </a:solidFill>
                <a:latin typeface="Segoe UI"/>
              </a:rPr>
              <a:t>Retur Penjualan &amp; Pembelian: Penanganan pengembalian barang maupun 'Retur Revisi' tanpa menimbulkan jurnal ganda telah diselesaikan.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200" i="1">
                <a:solidFill>
                  <a:srgbClr val="969696"/>
                </a:solidFill>
                <a:latin typeface="Segoe UI"/>
              </a:rPr>
              <a:t>Karisma ERP - Internal Progress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1E3A8A"/>
                </a:solidFill>
                <a:latin typeface="Segoe UI"/>
              </a:rPr>
              <a:t>⚠️ Issues (Kendala &amp; Tantangan)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3C3C3C"/>
                </a:solidFill>
                <a:latin typeface="Segoe UI"/>
              </a:rPr>
              <a:t>Inkonsistensi Lingkungan Database: Sempat ada kendala konektivitas dan sinkronisasi port localhost, namun berhasil distabilkan ke DB lokal terbaru.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3C3C3C"/>
                </a:solidFill>
                <a:latin typeface="Segoe UI"/>
              </a:rPr>
              <a:t>Manajemen History Data (HR/KPI): Menjaga log bulanan tetap persisten sebelum reset poin KPI / Skill Standard agar rekam jejak penilaian tidak hilang.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3C3C3C"/>
                </a:solidFill>
                <a:latin typeface="Segoe UI"/>
              </a:rPr>
              <a:t>Pengujian Skenario Kompleks: Testing (UAT) masih perlu diperdalam untuk kondisi langka/edge-cases, misalnya perpaduan Faktur Retur secara bersamaan.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200" i="1">
                <a:solidFill>
                  <a:srgbClr val="969696"/>
                </a:solidFill>
                <a:latin typeface="Segoe UI"/>
              </a:rPr>
              <a:t>Karisma ERP - Internal Progress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1E3A8A"/>
                </a:solidFill>
                <a:latin typeface="Segoe UI"/>
              </a:rPr>
              <a:t>🚀 Next Steps (Langkah Selanjutnya)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000">
                <a:solidFill>
                  <a:srgbClr val="3C3C3C"/>
                </a:solidFill>
                <a:latin typeface="Segoe UI"/>
              </a:rPr>
              <a:t>User Acceptance Testing (UAT): Pengujian alur utuh dari ujung ke ujung mulai dari Siklus Pembelian (PO), Barang Masuk (LPB), Penjualan (SO), Logistik (Pengiriman/Loading), Penerbitan Faktur, hingga Keuangan &amp; Penjurnalan.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3C3C3C"/>
                </a:solidFill>
                <a:latin typeface="Segoe UI"/>
              </a:rPr>
              <a:t>Penyempurnaan UI/UX: Finalisasi dan perapian dashboard khusus untuk Manager dan Top Level Management.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3C3C3C"/>
                </a:solidFill>
                <a:latin typeface="Segoe UI"/>
              </a:rPr>
              <a:t>Persiapan Lingkungan Server: Migrasi master data (Customer, Supplier, Stok Awal) dari local development ke staging/production.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3C3C3C"/>
                </a:solidFill>
                <a:latin typeface="Segoe UI"/>
              </a:rPr>
              <a:t>Pelatihan Pengguna: Pembuatan panduan/SOP ringkas dan pelatihan langsung kepada staff terkait.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200" i="1">
                <a:solidFill>
                  <a:srgbClr val="969696"/>
                </a:solidFill>
                <a:latin typeface="Segoe UI"/>
              </a:rPr>
              <a:t>Karisma ERP - Internal Progress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1E3A8A"/>
                </a:solidFill>
                <a:latin typeface="Segoe UI"/>
              </a:rPr>
              <a:t>📅 Estimasi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400">
                <a:solidFill>
                  <a:srgbClr val="3C3C3C"/>
                </a:solidFill>
                <a:latin typeface="Segoe UI"/>
              </a:rPr>
              <a:t>Fase 1 (Minggu 1-2): QA Internal, Bug-Fixing, dan optimasi performa query.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3C3C3C"/>
                </a:solidFill>
                <a:latin typeface="Segoe UI"/>
              </a:rPr>
              <a:t>Fase 2 (Minggu 3): Sesi UAT Bersama key-users dari divisi operasional.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3C3C3C"/>
                </a:solidFill>
                <a:latin typeface="Segoe UI"/>
              </a:rPr>
              <a:t>Fase 3 (Minggu 4): Finalisasi Data Migration dan Setup Environment Production.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3C3C3C"/>
                </a:solidFill>
                <a:latin typeface="Segoe UI"/>
              </a:rPr>
              <a:t>Fase 4 (Bulan Berikutnya): Sistem Go-Live dan periode Hypercare (pendampingan intensif).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200" i="1">
                <a:solidFill>
                  <a:srgbClr val="969696"/>
                </a:solidFill>
                <a:latin typeface="Segoe UI"/>
              </a:rPr>
              <a:t>Karisma ERP - Internal Progress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